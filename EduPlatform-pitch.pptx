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E8C87A"/>
                </a:solidFill>
              </a:rPr>
              <a:t>EduPlatform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9184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5F3EC"/>
                </a:solidFill>
              </a:rPr>
              <a:t>Интерактивная образовательная платформа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38912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AA3B5"/>
                </a:solidFill>
              </a:rPr>
              <a:t>StudEXPO-2026 • Секция «Программирование»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8C87A"/>
                </a:solidFill>
              </a:rPr>
              <a:t>Проблема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1097280" cy="73152"/>
          </a:xfrm>
          <a:prstGeom prst="rect">
            <a:avLst/>
          </a:prstGeom>
          <a:solidFill>
            <a:srgbClr val="E8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5F3EC"/>
                </a:solidFill>
              </a:rPr>
              <a:t>Учитель жонглирует 4–5 сервисами: уроки отдельно, тесты отдельно, среда для кода отдельно, доска отдельно.</a:t>
            </a:r>
          </a:p>
          <a:p>
            <a:pPr algn="l"/>
            <a:r>
              <a:rPr sz="2400" b="0">
                <a:solidFill>
                  <a:srgbClr val="F5F3EC"/>
                </a:solidFill>
              </a:rPr>
              <a:t>Итог: часы рутины вместо преподавания, ученики теряются между вкладками.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8C87A"/>
                </a:solidFill>
              </a:rPr>
              <a:t>Решение — всё в одном окне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1097280" cy="73152"/>
          </a:xfrm>
          <a:prstGeom prst="rect">
            <a:avLst/>
          </a:prstGeom>
          <a:solidFill>
            <a:srgbClr val="E8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5F3EC"/>
                </a:solidFill>
              </a:rPr>
              <a:t>• Уроки-конструктор: текст, файлы, тесты, код, доска, видео</a:t>
            </a:r>
          </a:p>
          <a:p>
            <a:pPr algn="l"/>
            <a:r>
              <a:rPr sz="2200" b="0">
                <a:solidFill>
                  <a:srgbClr val="F5F3EC"/>
                </a:solidFill>
              </a:rPr>
              <a:t>• Презентации как PowerPoint + импорт .pptx 1 в 1</a:t>
            </a:r>
          </a:p>
          <a:p>
            <a:pPr algn="l"/>
            <a:r>
              <a:rPr sz="2200" b="0">
                <a:solidFill>
                  <a:srgbClr val="F5F3EC"/>
                </a:solidFill>
              </a:rPr>
              <a:t>• Запуск кода: Python, JavaScript, HTML, CSS — в браузере</a:t>
            </a:r>
          </a:p>
          <a:p>
            <a:pPr algn="l"/>
            <a:r>
              <a:rPr sz="2200" b="0">
                <a:solidFill>
                  <a:srgbClr val="F5F3EC"/>
                </a:solidFill>
              </a:rPr>
              <a:t>• Тесты с автопроверкой и доска 2D/3D</a:t>
            </a:r>
          </a:p>
          <a:p>
            <a:pPr algn="l"/>
            <a:r>
              <a:rPr sz="2200" b="0">
                <a:solidFill>
                  <a:srgbClr val="F5F3EC"/>
                </a:solidFill>
              </a:rPr>
              <a:t>• Интерфейс на 3 языках: RU / EN / KG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8C87A"/>
                </a:solidFill>
              </a:rPr>
              <a:t>Под капотом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1097280" cy="73152"/>
          </a:xfrm>
          <a:prstGeom prst="rect">
            <a:avLst/>
          </a:prstGeom>
          <a:solidFill>
            <a:srgbClr val="E8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5F3EC"/>
                </a:solidFill>
              </a:rPr>
              <a:t>• Бэкенд: Django 5 + DRF + JWT + PostgreSQL (25 таблиц)</a:t>
            </a:r>
          </a:p>
          <a:p>
            <a:pPr algn="l"/>
            <a:r>
              <a:rPr sz="2200" b="0">
                <a:solidFill>
                  <a:srgbClr val="F5F3EC"/>
                </a:solidFill>
              </a:rPr>
              <a:t>• Фронт: React 18 + TypeScript + Monaco + tldraw</a:t>
            </a:r>
          </a:p>
          <a:p>
            <a:pPr algn="l"/>
            <a:r>
              <a:rPr sz="2200" b="0">
                <a:solidFill>
                  <a:srgbClr val="F5F3EC"/>
                </a:solidFill>
              </a:rPr>
              <a:t>• Песочница кода: изоляция, лимиты, 99 файлов</a:t>
            </a:r>
          </a:p>
          <a:p>
            <a:pPr algn="l"/>
            <a:r>
              <a:rPr sz="2200" b="0">
                <a:solidFill>
                  <a:srgbClr val="F5F3EC"/>
                </a:solidFill>
              </a:rPr>
              <a:t>• Импорт: python-pptx + PyMuPDF, RGBA, пунктиры, SmartArt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8C87A"/>
                </a:solidFill>
              </a:rPr>
              <a:t>Живое демо за 1 минуту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1097280" cy="73152"/>
          </a:xfrm>
          <a:prstGeom prst="rect">
            <a:avLst/>
          </a:prstGeom>
          <a:solidFill>
            <a:srgbClr val="E8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5F3EC"/>
                </a:solidFill>
              </a:rPr>
              <a:t>1. Импорт .pptx → слайды как в оригинале</a:t>
            </a:r>
          </a:p>
          <a:p>
            <a:pPr algn="l"/>
            <a:r>
              <a:rPr sz="2400" b="0">
                <a:solidFill>
                  <a:srgbClr val="F5F3EC"/>
                </a:solidFill>
              </a:rPr>
              <a:t>2. print("Hello StudEXPO") → Run → вывод</a:t>
            </a:r>
          </a:p>
          <a:p>
            <a:pPr algn="l"/>
            <a:r>
              <a:rPr sz="2400" b="0">
                <a:solidFill>
                  <a:srgbClr val="F5F3EC"/>
                </a:solidFill>
              </a:rPr>
              <a:t>3. Создать тест → пройти → оценка сама</a:t>
            </a:r>
          </a:p>
          <a:p>
            <a:pPr algn="l"/>
            <a:r>
              <a:rPr sz="2400" b="1">
                <a:solidFill>
                  <a:srgbClr val="E8C87A"/>
                </a:solidFill>
              </a:rPr>
              <a:t>Логин: demo / demo1234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